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putu\Documents\DosmanGianyar\persiapan_lomba_2026\02_makalah_ppt\assets\slide_images\slid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putu\Documents\DosmanGianyar\persiapan_lomba_2026\02_makalah_ppt\assets\slide_images\slide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putu\Documents\DosmanGianyar\persiapan_lomba_2026\02_makalah_ppt\assets\slide_images\slide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putu\Documents\DosmanGianyar\persiapan_lomba_2026\02_makalah_ppt\assets\slide_images\slide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putu\Documents\DosmanGianyar\persiapan_lomba_2026\02_makalah_ppt\assets\slide_images\slide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putu\Documents\DosmanGianyar\persiapan_lomba_2026\02_makalah_ppt\assets\slide_images\slide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putu\Documents\DosmanGianyar\persiapan_lomba_2026\02_makalah_ppt\assets\slide_images\slide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putu\Documents\DosmanGianyar\persiapan_lomba_2026\02_makalah_ppt\assets\slide_images\slide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putu\Documents\DosmanGianyar\persiapan_lomba_2026\02_makalah_ppt\assets\slide_images\slide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putu\Documents\DosmanGianyar\persiapan_lomba_2026\02_makalah_ppt\assets\slide_images\slid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putu\Documents\DosmanGianyar\persiapan_lomba_2026\02_makalah_ppt\assets\slide_images\slide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putu\Documents\DosmanGianyar\persiapan_lomba_2026\02_makalah_ppt\assets\slide_images\slide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putu\Documents\DosmanGianyar\persiapan_lomba_2026\02_makalah_ppt\assets\slide_images\slide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putu\Documents\DosmanGianyar\persiapan_lomba_2026\02_makalah_ppt\assets\slide_images\slide_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putu\Documents\DosmanGianyar\persiapan_lomba_2026\02_makalah_ppt\assets\slide_images\slide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putu\Documents\DosmanGianyar\persiapan_lomba_2026\02_makalah_ppt\assets\slide_images\slide_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putu\Documents\DosmanGianyar\persiapan_lomba_2026\02_makalah_ppt\assets\slide_images\slide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putu\Documents\DosmanGianyar\persiapan_lomba_2026\02_makalah_ppt\assets\slide_images\slide_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putu\Documents\DosmanGianyar\persiapan_lomba_2026\02_makalah_ppt\assets\slide_images\slide_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putu\Documents\DosmanGianyar\persiapan_lomba_2026\02_makalah_ppt\assets\slide_images\slide_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SMAN 1 Gianyar, Bali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SIMAK DOSMAN - GURU INSPIRATIF ASTRA HONDA 2026</dc:title>
  <dc:subject>Makalah Presentasi Guru Inspiratif Astra Honda 2026</dc:subject>
  <dc:creator>I Putu Darma Putra, S.Pd.</dc:creator>
  <cp:lastModifiedBy>I Putu Darma Putra, S.Pd.</cp:lastModifiedBy>
  <cp:revision>1</cp:revision>
  <dcterms:created xsi:type="dcterms:W3CDTF">2026-10-13T07:18:30Z</dcterms:created>
  <dcterms:modified xsi:type="dcterms:W3CDTF">2026-10-13T07:18:30Z</dcterms:modified>
</cp:coreProperties>
</file>